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notes: emphasize accuracy on spec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R1: classloader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Read Document v1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Tika XHTML + Tabula + POI direct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RiskId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Likelihood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Impact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Implement step 1 → step 9 with code review per phase.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